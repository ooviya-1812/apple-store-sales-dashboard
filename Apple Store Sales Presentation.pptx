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35162" y="330364"/>
            <a:ext cx="71438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STORE SALES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061" y="1537713"/>
            <a:ext cx="8395765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Objective: Analyze Apple Store sales and customer behavior.</a:t>
            </a:r>
          </a:p>
          <a:p>
            <a:pPr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KPIs: Revenue, Orders, Units Sold, .</a:t>
            </a:r>
          </a:p>
          <a:p>
            <a:pPr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interactive dashboards with filters for Year, Quarter and Country.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31057"/>
            <a:ext cx="33085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096" y="1143000"/>
            <a:ext cx="7737988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Revenue: 18.04M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Orders: 12K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Units Sold: 23K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Order Value: 1.57K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 category contributes 46.41% (8.37M).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 Pro (M2 Ultra) is the top-selling product (3.7M).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peaks around October and December.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753150"/>
            <a:ext cx="29676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156" y="1169975"/>
            <a:ext cx="668987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12K total customers.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customer rating: 4.0.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per customer: 1.57K.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Age group 25–34 generates highest revenue (3.9M).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Education segment contributes highest revenue (2.0M).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Gift Card is the top payment method by revenue.</a:t>
            </a:r>
          </a:p>
          <a:p>
            <a:pPr>
              <a:lnSpc>
                <a:spcPct val="150000"/>
              </a:lnSpc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Credit Card records the highest number of 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8012" y="930131"/>
            <a:ext cx="19255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7397" y="1356789"/>
            <a:ext cx="911352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an interactive sales analytics solution using Power BI.</a:t>
            </a:r>
          </a:p>
          <a:p>
            <a:pPr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Identified high-performing products, customer segments and payment trends.</a:t>
            </a:r>
          </a:p>
          <a:p>
            <a:pPr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supports data-driven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185</Words>
  <Application>Microsoft Office PowerPoint</Application>
  <PresentationFormat>Custom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Ooviya</dc:creator>
  <cp:keywords/>
  <dc:description>generated using python-pptx</dc:description>
  <cp:lastModifiedBy>Ooviya</cp:lastModifiedBy>
  <cp:revision>2</cp:revision>
  <dcterms:created xsi:type="dcterms:W3CDTF">2013-01-27T09:14:16Z</dcterms:created>
  <dcterms:modified xsi:type="dcterms:W3CDTF">2026-07-06T07:55:17Z</dcterms:modified>
  <cp:category/>
</cp:coreProperties>
</file>